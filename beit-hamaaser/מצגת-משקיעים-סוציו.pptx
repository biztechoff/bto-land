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8596" y="868680"/>
            <a:ext cx="1371600" cy="1371600"/>
          </a:xfrm>
          <a:prstGeom prst="ellipse">
            <a:avLst/>
          </a:prstGeom>
          <a:solidFill>
            <a:srgbClr val="3AA6E0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048756" y="868680"/>
            <a:ext cx="1371600" cy="1371600"/>
          </a:xfrm>
          <a:prstGeom prst="ellipse">
            <a:avLst/>
          </a:prstGeom>
          <a:solidFill>
            <a:srgbClr val="E8602C">
              <a:alpha val="8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2F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נתינה שמרימה קהילה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 רוחני ע״ש מאיה בן דוד ז״ל · חיבור בין מים לאש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9B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 חינם · אחדות · אהבת חינם · הגשמת חלום משותף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982712" y="7772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0F2A40"/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777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הצורך החברתי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נופל בין הכיסאות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59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משפחות נזקקות, חיילים בודדים, ילדים עם צרכים מיוחדים, זוגות במשבר, אנשים בודדים ושכבות מוחלשות — </a:t>
            </a:r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תמיד יש להם גישה לרווחה, לקהילה ולרוח. 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בית המעשר נותן לכולם — חינם, בכבוד, בלי תנאים.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נתינה שמרימה קהילה · הכל חינם לכל אדם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pic>
        <p:nvPicPr>
          <p:cNvPr id="3" name="Image 0" descr="/sessions/serene-confident-gauss/mnt/beit-hamaaser/המקום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029" y="960120"/>
            <a:ext cx="3717843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31029" y="960120"/>
            <a:ext cx="3717843" cy="4937760"/>
          </a:xfrm>
          <a:prstGeom prst="rect">
            <a:avLst/>
          </a:prstGeom>
          <a:ln w="31750">
            <a:solidFill>
              <a:srgbClr val="E7B9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005840"/>
            <a:ext cx="66423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מקום אחד — לכל הקהילה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2057400"/>
            <a:ext cx="6642309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כחצי דונם בלב העיר — </a:t>
            </a:r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שנפתח לכל אדם, מכל שכבה, בלי עלות. </a:t>
            </a:r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כאן נפגשים מי שיש לו ומי שאין לו — סביב נתינה משותפת.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נתינה שמרימה קהילה · הכל חינם לכל אדם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982712" y="7772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777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הדרך של מאיה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ריפוי לכל אדם — בלי תנאים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59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 ז״ל נתנה בריאות וריפוי לכל מי שפגשה, בלי לשאול מאיפה הוא בא. </a:t>
            </a:r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D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בדיוק הדגל שלנו: 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שירות, כבוד ונתינה — לכל אדם באשר הוא, שומר תורה ומצוות ומי שעדיין לא. </a:t>
            </a:r>
            <a:pPr algn="r"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לפני מותה התעוררה וסיפרה לאמהּ שחלמה שאמרו לה שהיא עומדת לעזוב את העולם.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נתינה שמרימה קהילה · הכל חינם לכל אדם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למי זה מגיע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28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50" i="1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שכבות החברה — מקבלות, בחינם, בכבוד.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9516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F9E6B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9292" y="2578608"/>
            <a:ext cx="310896" cy="310896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7" name="Text 5"/>
          <p:cNvSpPr/>
          <p:nvPr/>
        </p:nvSpPr>
        <p:spPr>
          <a:xfrm>
            <a:off x="973836" y="25237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משפחות נזקקות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3836" y="3054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חלוקת מזון, אירועים נתמכים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2836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3AA6E0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82612" y="2578608"/>
            <a:ext cx="310896" cy="310896"/>
          </a:xfrm>
          <a:prstGeom prst="ellipse">
            <a:avLst/>
          </a:prstGeom>
          <a:solidFill>
            <a:srgbClr val="3AA6E0"/>
          </a:solidFill>
          <a:ln/>
        </p:spPr>
      </p:sp>
      <p:sp>
        <p:nvSpPr>
          <p:cNvPr id="11" name="Text 9"/>
          <p:cNvSpPr/>
          <p:nvPr/>
        </p:nvSpPr>
        <p:spPr>
          <a:xfrm>
            <a:off x="4677156" y="25237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ילדים מיוחדים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7156" y="3054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גלישה וטיפול חינם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6156" y="23774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8602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885932" y="2578608"/>
            <a:ext cx="310896" cy="310896"/>
          </a:xfrm>
          <a:prstGeom prst="ellipse">
            <a:avLst/>
          </a:prstGeom>
          <a:solidFill>
            <a:srgbClr val="E8602C"/>
          </a:solidFill>
          <a:ln/>
        </p:spPr>
      </p:sp>
      <p:sp>
        <p:nvSpPr>
          <p:cNvPr id="15" name="Text 13"/>
          <p:cNvSpPr/>
          <p:nvPr/>
        </p:nvSpPr>
        <p:spPr>
          <a:xfrm>
            <a:off x="8380476" y="25237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חיילים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0476" y="3054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ערבי חיזוק ועל האש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9516" y="4023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8A4FA3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9292" y="4224528"/>
            <a:ext cx="310896" cy="310896"/>
          </a:xfrm>
          <a:prstGeom prst="ellipse">
            <a:avLst/>
          </a:prstGeom>
          <a:solidFill>
            <a:srgbClr val="8A4FA3"/>
          </a:solidFill>
          <a:ln/>
        </p:spPr>
      </p:sp>
      <p:sp>
        <p:nvSpPr>
          <p:cNvPr id="19" name="Text 17"/>
          <p:cNvSpPr/>
          <p:nvPr/>
        </p:nvSpPr>
        <p:spPr>
          <a:xfrm>
            <a:off x="973836" y="41696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זוגות במשבר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3836" y="47000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שלום בית וליווי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02836" y="4023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6BA8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82612" y="4224528"/>
            <a:ext cx="310896" cy="310896"/>
          </a:xfrm>
          <a:prstGeom prst="ellipse">
            <a:avLst/>
          </a:prstGeom>
          <a:solidFill>
            <a:srgbClr val="0E6BA8"/>
          </a:solidFill>
          <a:ln/>
        </p:spPr>
      </p:sp>
      <p:sp>
        <p:nvSpPr>
          <p:cNvPr id="23" name="Text 21"/>
          <p:cNvSpPr/>
          <p:nvPr/>
        </p:nvSpPr>
        <p:spPr>
          <a:xfrm>
            <a:off x="4677156" y="41696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אנשים בודדים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77156" y="47000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קהילה, ערבי היכרות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6156" y="4023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7B94E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885932" y="4224528"/>
            <a:ext cx="310896" cy="310896"/>
          </a:xfrm>
          <a:prstGeom prst="ellipse">
            <a:avLst/>
          </a:prstGeom>
          <a:solidFill>
            <a:srgbClr val="E7B94E"/>
          </a:solidFill>
          <a:ln/>
        </p:spPr>
      </p:sp>
      <p:sp>
        <p:nvSpPr>
          <p:cNvPr id="27" name="Text 25"/>
          <p:cNvSpPr/>
          <p:nvPr/>
        </p:nvSpPr>
        <p:spPr>
          <a:xfrm>
            <a:off x="8380476" y="41696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מעמד נמוך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80476" y="47000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השתייכות מ-₪10 בחודש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06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הכלכלה של כבוד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379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3796" y="2103120"/>
            <a:ext cx="3383280" cy="128016"/>
          </a:xfrm>
          <a:prstGeom prst="rect">
            <a:avLst/>
          </a:prstGeom>
          <a:solidFill>
            <a:srgbClr val="2F9E6B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2F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82396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חינם · לכל משתתף, ללא יוצא מן הכלל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0283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2836" y="2103120"/>
            <a:ext cx="3383280" cy="128016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10" name="Text 8"/>
          <p:cNvSpPr/>
          <p:nvPr/>
        </p:nvSpPr>
        <p:spPr>
          <a:xfrm>
            <a:off x="440283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0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31436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מי שמעט — שייך ותורם בכבוד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1876" y="21031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114300" dist="38100" dir="8100000">
              <a:srgbClr val="063B5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1876" y="2103120"/>
            <a:ext cx="3383280" cy="128016"/>
          </a:xfrm>
          <a:prstGeom prst="rect">
            <a:avLst/>
          </a:prstGeom>
          <a:solidFill>
            <a:srgbClr val="E7B94E"/>
          </a:solidFill>
          <a:ln/>
        </p:spPr>
      </p:sp>
      <p:sp>
        <p:nvSpPr>
          <p:cNvPr id="14" name="Text 12"/>
          <p:cNvSpPr/>
          <p:nvPr/>
        </p:nvSpPr>
        <p:spPr>
          <a:xfrm>
            <a:off x="8151876" y="2514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E7B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טופס 46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380476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עמותה · כל הכספים שקופים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BF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כמו אוויר — מגיע לכולם, בחינם.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נתינה שמרימה קהילה · הכל חינם לכל אדם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982712" y="77724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0F2A40"/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777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ההשפעה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למגר שנאת חינם — בנתינת חינם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59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כשאדם מקבל בכבוד ונותן בכבוד — הקהילה מתחברת. </a:t>
            </a:r>
            <a:pPr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בית המעשר מחבר בין שכבות, בין דתיים לחילונים, בין מי שיש למי שאין — </a:t>
            </a:r>
            <a:pPr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ובונה חוסן חברתי אמיתי מלמטה.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D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נתינה שמרימה קהילה · הכל חינם לכל אדם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2" y="146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בס"ד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768596" y="731520"/>
            <a:ext cx="1371600" cy="1371600"/>
          </a:xfrm>
          <a:prstGeom prst="ellipse">
            <a:avLst/>
          </a:prstGeom>
          <a:solidFill>
            <a:srgbClr val="3AA6E0">
              <a:alpha val="7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048756" y="731520"/>
            <a:ext cx="1371600" cy="1371600"/>
          </a:xfrm>
          <a:prstGeom prst="ellipse">
            <a:avLst/>
          </a:prstGeom>
          <a:solidFill>
            <a:srgbClr val="E8602C">
              <a:alpha val="7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השקעה במרקם החברתי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463040" y="329184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CF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שקל מרים משפחה, ילד, לוחם או אדם בודד — ומחזק את עם ישראל מבפנים, לזכר מאיה וכל קדושי 7.10.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בואו להרים קהילה שלמה — יחד.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6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בֵּית הַמַּעֲשֵׂר · ע״ש מאיה בן דוד ז״ל · תְּהֵא נִשְׁמָתָהּ צְרוּרָה בִּצְרוֹר הַחַיִּים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בית המעשר — משקיעים (סוציו-אקונומי)</dc:title>
  <dc:subject>PptxGenJS Presentation</dc:subject>
  <dc:creator>PptxGenJS</dc:creator>
  <cp:lastModifiedBy>PptxGenJS</cp:lastModifiedBy>
  <cp:revision>1</cp:revision>
  <dcterms:created xsi:type="dcterms:W3CDTF">2026-06-03T11:29:23Z</dcterms:created>
  <dcterms:modified xsi:type="dcterms:W3CDTF">2026-06-03T11:29:23Z</dcterms:modified>
</cp:coreProperties>
</file>