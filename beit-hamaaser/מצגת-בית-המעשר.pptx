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8596" y="868680"/>
            <a:ext cx="1371600" cy="1371600"/>
          </a:xfrm>
          <a:prstGeom prst="ellipse">
            <a:avLst/>
          </a:prstGeom>
          <a:solidFill>
            <a:srgbClr val="3AA6E0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48756" y="868680"/>
            <a:ext cx="1371600" cy="1371600"/>
          </a:xfrm>
          <a:prstGeom prst="ellipse">
            <a:avLst/>
          </a:prstGeom>
          <a:solidFill>
            <a:srgbClr val="E8602C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3AA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חיבור בין מים לאש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רוחני ע״ש מאיה בן דוד ז״ל הי״ד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8064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נתינה טהורה · בלי חשבון · הכל מתרומות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״באנו לעולם לתת,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לקחת.״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נתחיל לתת — נתחיל לקבל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800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 שמטיב לבריות — נעשה שותף של הבורא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08760" y="2743200"/>
            <a:ext cx="640080" cy="2377440"/>
          </a:xfrm>
          <a:prstGeom prst="rect">
            <a:avLst/>
          </a:prstGeom>
          <a:solidFill>
            <a:srgbClr val="F4ECD8"/>
          </a:solidFill>
          <a:ln w="12700">
            <a:solidFill>
              <a:srgbClr val="D8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64208" y="2148840"/>
            <a:ext cx="329184" cy="640080"/>
          </a:xfrm>
          <a:prstGeom prst="ellipse">
            <a:avLst/>
          </a:prstGeom>
          <a:solidFill>
            <a:srgbClr val="E7B94E"/>
          </a:solidFill>
          <a:ln/>
        </p:spPr>
      </p:sp>
      <p:sp>
        <p:nvSpPr>
          <p:cNvPr id="5" name="Shape 3"/>
          <p:cNvSpPr/>
          <p:nvPr/>
        </p:nvSpPr>
        <p:spPr>
          <a:xfrm>
            <a:off x="1746504" y="2286000"/>
            <a:ext cx="164592" cy="384048"/>
          </a:xfrm>
          <a:prstGeom prst="ellipse">
            <a:avLst/>
          </a:prstGeom>
          <a:solidFill>
            <a:srgbClr val="F6E3A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5029200"/>
            <a:ext cx="1645920" cy="256032"/>
          </a:xfrm>
          <a:prstGeom prst="ellipse">
            <a:avLst/>
          </a:prstGeom>
          <a:solidFill>
            <a:srgbClr val="E7B94E">
              <a:alpha val="2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הייתה מאיה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108960" y="18288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אשת חינוך אהובה ואמא, בת 48 מכפר חיים. </a:t>
            </a:r>
            <a:endParaRPr lang="en-US" sz="19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הקדישה את חייה לשליחות אחת — ליצור עולם מרפא, בריא וטוב יותר.</a:t>
            </a:r>
            <a:endParaRPr lang="en-US" sz="19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הפכה לשגרירה של צמח המורינגה עד שקראו לה ״מאיה מורינגה״, </a:t>
            </a:r>
            <a:pPr algn="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ונתנה בריאות וריפוי לכל מי שפגשה — בלי לבקש דבר בחזרה.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10896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הנתינה שלה לא הכירה גבולות.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מרכז רוחני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הבוקר שנקטע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0"/>
            <a:ext cx="9235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בשמחת תורה נסעה מאיה עם משפחתה לבקר בקיבוץ כפר עזה. 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חג של שמחה ושל משפחה — שנקטע באכזריות באותו בוקר ארור.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במותה — ציוותה לנו את החיים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429768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היא אחת מתוך מאות נשמות שנפלו באותו יום. בית המעשר הוא הנצחה חיה — לזכרה, ולזכר כל קדושי השבעה באוקטובר.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הרעיון שנולד מתוך האובדן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011680" y="3474720"/>
            <a:ext cx="457200" cy="685800"/>
          </a:xfrm>
          <a:prstGeom prst="ellipse">
            <a:avLst/>
          </a:prstGeom>
          <a:solidFill>
            <a:srgbClr val="E7B94E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42519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הזרע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3794760"/>
            <a:ext cx="1554480" cy="0"/>
          </a:xfrm>
          <a:prstGeom prst="line">
            <a:avLst/>
          </a:prstGeom>
          <a:noFill/>
          <a:ln w="38100">
            <a:solidFill>
              <a:srgbClr val="0E6B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3566160"/>
            <a:ext cx="310896" cy="1280160"/>
          </a:xfrm>
          <a:prstGeom prst="rect">
            <a:avLst/>
          </a:prstGeom>
          <a:solidFill>
            <a:srgbClr val="8A6D3B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0" y="2697480"/>
            <a:ext cx="1874520" cy="1463040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3200400"/>
            <a:ext cx="1143000" cy="1051560"/>
          </a:xfrm>
          <a:prstGeom prst="ellipse">
            <a:avLst/>
          </a:prstGeom>
          <a:solidFill>
            <a:srgbClr val="3BB87E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3200400"/>
            <a:ext cx="1143000" cy="1051560"/>
          </a:xfrm>
          <a:prstGeom prst="ellipse">
            <a:avLst/>
          </a:prstGeom>
          <a:solidFill>
            <a:srgbClr val="3BB87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עץ הנתינה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26517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הזרע הוא המחשבה הראשונה. אנחנו לוקחים את המחשבה של מאיה — ומנביטים אותה לעץ שלם של נתינה.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מרכז רוחני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הקונספט · מים · אש · שלום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99516" y="19202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9516" y="2423160"/>
            <a:ext cx="3383280" cy="365760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6" name="Shape 4"/>
          <p:cNvSpPr/>
          <p:nvPr/>
        </p:nvSpPr>
        <p:spPr>
          <a:xfrm>
            <a:off x="699516" y="192024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0E6BA8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" y="1965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מַיִם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3836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הדרך של מאיה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9556" y="3520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ריפוי הגוף והנפש — יוגה, אמבטיות קרח, סדנאות, ימי כיף ורטריט.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2836" y="19202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2423160"/>
            <a:ext cx="3383280" cy="365760"/>
          </a:xfrm>
          <a:prstGeom prst="rect">
            <a:avLst/>
          </a:prstGeom>
          <a:solidFill>
            <a:srgbClr val="E7B94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836" y="192024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7B94E"/>
          </a:solidFill>
          <a:ln/>
        </p:spPr>
      </p:sp>
      <p:sp>
        <p:nvSpPr>
          <p:cNvPr id="13" name="Text 11"/>
          <p:cNvSpPr/>
          <p:nvPr/>
        </p:nvSpPr>
        <p:spPr>
          <a:xfrm>
            <a:off x="4402836" y="1965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שָׁלוֹם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77156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7B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הגאולה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2876" y="3520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המפגש. כאן המים והאש מתאחדים — וביחד מגיעים לשלמות.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6156" y="19202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6156" y="2423160"/>
            <a:ext cx="3383280" cy="36576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6156" y="192024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8602C"/>
          </a:solidFill>
          <a:ln/>
        </p:spPr>
      </p:sp>
      <p:sp>
        <p:nvSpPr>
          <p:cNvPr id="19" name="Text 17"/>
          <p:cNvSpPr/>
          <p:nvPr/>
        </p:nvSpPr>
        <p:spPr>
          <a:xfrm>
            <a:off x="8106156" y="1965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אֵשׁ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80476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הנשמה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26196" y="3520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הדלקת הרוח — בדק רוחני, שיעורי תורה, ערבי חיזוק וזוגיות.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מרכז רוחני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pic>
        <p:nvPicPr>
          <p:cNvPr id="3" name="Image 0" descr="/sessions/serene-confident-gauss/mnt/beit-hamaaser/המקום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029" y="960120"/>
            <a:ext cx="3717843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31029" y="960120"/>
            <a:ext cx="3717843" cy="4937760"/>
          </a:xfrm>
          <a:prstGeom prst="rect">
            <a:avLst/>
          </a:prstGeom>
          <a:ln w="31750">
            <a:solidFill>
              <a:srgbClr val="E7B9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005840"/>
            <a:ext cx="664230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המקום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920240"/>
            <a:ext cx="664230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כחצי דונם + ביתן קיים.</a:t>
            </a:r>
            <a:endParaRPr lang="en-US" sz="18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הביתן ישמש ככולל לימוד. יתרת השטח תחולק לשניים — </a:t>
            </a:r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אזור המים</a:t>
            </a:r>
            <a:pPr algn="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(סדנאות) ו</a:t>
            </a:r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אזור האש</a:t>
            </a:r>
            <a:pPr algn="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(רוחני) — שנפגשים בנקודת </a:t>
            </a:r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B5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השלום</a:t>
            </a:r>
            <a:pPr algn="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ממול תעמוד במה להופעות.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מרכז רוחני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נשמה — וענף משלה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1600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נרצח מוצא את מקומו בענף שאהב — והתרומה לעילוי נשמתו ממשיכה בדיוק את מה שהוא אהב בחייו.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" y="26060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F2A40"/>
          </a:solidFill>
          <a:ln w="19050">
            <a:solidFill>
              <a:srgbClr val="3AA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9292" y="2807208"/>
            <a:ext cx="310896" cy="310896"/>
          </a:xfrm>
          <a:prstGeom prst="ellipse">
            <a:avLst/>
          </a:prstGeom>
          <a:solidFill>
            <a:srgbClr val="3AA6E0"/>
          </a:solidFill>
          <a:ln/>
        </p:spPr>
      </p:sp>
      <p:sp>
        <p:nvSpPr>
          <p:cNvPr id="7" name="Text 5"/>
          <p:cNvSpPr/>
          <p:nvPr/>
        </p:nvSpPr>
        <p:spPr>
          <a:xfrm>
            <a:off x="973836" y="27157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גלישה לילדים מיוחדים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3836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לעילוי נשמת ___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2836" y="26060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F2A40"/>
          </a:solidFill>
          <a:ln w="19050">
            <a:solidFill>
              <a:srgbClr val="0E6B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2612" y="2807208"/>
            <a:ext cx="310896" cy="310896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1" name="Text 9"/>
          <p:cNvSpPr/>
          <p:nvPr/>
        </p:nvSpPr>
        <p:spPr>
          <a:xfrm>
            <a:off x="4677156" y="27157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יוגה ואמבטיות קרח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7156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לעילוי נשמת ___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6156" y="26060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F2A40"/>
          </a:solidFill>
          <a:ln w="19050">
            <a:solidFill>
              <a:srgbClr val="E7B9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5932" y="2807208"/>
            <a:ext cx="310896" cy="310896"/>
          </a:xfrm>
          <a:prstGeom prst="ellipse">
            <a:avLst/>
          </a:prstGeom>
          <a:solidFill>
            <a:srgbClr val="E7B94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0476" y="27157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 תורה וכולל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0476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לעילוי נשמת ___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" y="41605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F2A40"/>
          </a:solidFill>
          <a:ln w="19050">
            <a:solidFill>
              <a:srgbClr val="8A4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9292" y="4361688"/>
            <a:ext cx="310896" cy="310896"/>
          </a:xfrm>
          <a:prstGeom prst="ellipse">
            <a:avLst/>
          </a:prstGeom>
          <a:solidFill>
            <a:srgbClr val="8A4FA3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" y="42702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מוסיקה והופעות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3836" y="4800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לעילוי נשמת ___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2836" y="41605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F2A40"/>
          </a:solidFill>
          <a:ln w="19050">
            <a:solidFill>
              <a:srgbClr val="E860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2612" y="4361688"/>
            <a:ext cx="310896" cy="310896"/>
          </a:xfrm>
          <a:prstGeom prst="ellipse">
            <a:avLst/>
          </a:prstGeom>
          <a:solidFill>
            <a:srgbClr val="E8602C"/>
          </a:solidFill>
          <a:ln/>
        </p:spPr>
      </p:sp>
      <p:sp>
        <p:nvSpPr>
          <p:cNvPr id="23" name="Text 21"/>
          <p:cNvSpPr/>
          <p:nvPr/>
        </p:nvSpPr>
        <p:spPr>
          <a:xfrm>
            <a:off x="4677156" y="42702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ערבי על האש לחיילים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77156" y="4800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לעילוי נשמת ___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06156" y="41605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F2A40"/>
          </a:solidFill>
          <a:ln w="19050">
            <a:solidFill>
              <a:srgbClr val="2F9E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85932" y="4361688"/>
            <a:ext cx="310896" cy="310896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7" name="Text 25"/>
          <p:cNvSpPr/>
          <p:nvPr/>
        </p:nvSpPr>
        <p:spPr>
          <a:xfrm>
            <a:off x="8380476" y="42702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ריפוי ורטריט · ע״ש מאיה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80476" y="4800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לעילוי נשמת ___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התרומה מממנת מדריכים, ציוד וחולצות — בשמו, לנצח · השמות בתיאום ובאישור המשפחות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נתינה טהורה — בלי חשבון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379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3796" y="2103120"/>
            <a:ext cx="3383280" cy="128016"/>
          </a:xfrm>
          <a:prstGeom prst="rect">
            <a:avLst/>
          </a:prstGeom>
          <a:solidFill>
            <a:srgbClr val="E7B94E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E7B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82396" y="3566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אחוז נתינה (לא ״מאה אחוז״)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83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2836" y="2103120"/>
            <a:ext cx="3383280" cy="12801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0" name="Text 8"/>
          <p:cNvSpPr/>
          <p:nvPr/>
        </p:nvSpPr>
        <p:spPr>
          <a:xfrm>
            <a:off x="440283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E86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31436" y="3566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· הכל חינם, הכל מתרומות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187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1876" y="2103120"/>
            <a:ext cx="3383280" cy="128016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14" name="Text 12"/>
          <p:cNvSpPr/>
          <p:nvPr/>
        </p:nvSpPr>
        <p:spPr>
          <a:xfrm>
            <a:off x="815187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380476" y="3566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לתת — בחודש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מרוויח כאן? אתה. השם נמצא פה בשבילך.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מרכז רוחני ע״ש מאיה בן דוד ז״ל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68596" y="777240"/>
            <a:ext cx="1371600" cy="1371600"/>
          </a:xfrm>
          <a:prstGeom prst="ellipse">
            <a:avLst/>
          </a:prstGeom>
          <a:solidFill>
            <a:srgbClr val="3AA6E0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48756" y="777240"/>
            <a:ext cx="1371600" cy="1371600"/>
          </a:xfrm>
          <a:prstGeom prst="ellipse">
            <a:avLst/>
          </a:prstGeom>
          <a:solidFill>
            <a:srgbClr val="E8602C">
              <a:alpha val="7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ה׳ דורש ממך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338328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״מה ה׳ דורש ממך כי אם עשות משפט ואהבת חסד״ — והתשובה היא מאיה: לתת, לרפא, לאהוב.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להיות שותפים — להפוך זיכרון לחיים, ואובדן לאור.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3AA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הלב נכנס — ואז השמים הם הגבול.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תְּהֵא נִשְׁמָתָהּ צְרוּרָה בִּצְרוֹר הַחַיִּים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בֵּית הַמַּעֲשֵׂר — מצגת</dc:title>
  <dc:subject>PptxGenJS Presentation</dc:subject>
  <dc:creator>בית המעשר</dc:creator>
  <cp:lastModifiedBy>בית המעשר</cp:lastModifiedBy>
  <cp:revision>1</cp:revision>
  <dcterms:created xsi:type="dcterms:W3CDTF">2026-06-03T10:19:50Z</dcterms:created>
  <dcterms:modified xsi:type="dcterms:W3CDTF">2026-06-03T10:19:50Z</dcterms:modified>
</cp:coreProperties>
</file>