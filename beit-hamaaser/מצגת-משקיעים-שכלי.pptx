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8596" y="868680"/>
            <a:ext cx="1371600" cy="1371600"/>
          </a:xfrm>
          <a:prstGeom prst="ellipse">
            <a:avLst/>
          </a:prstGeom>
          <a:solidFill>
            <a:srgbClr val="3AA6E0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48756" y="868680"/>
            <a:ext cx="1371600" cy="1371600"/>
          </a:xfrm>
          <a:prstGeom prst="ellipse">
            <a:avLst/>
          </a:prstGeom>
          <a:solidFill>
            <a:srgbClr val="E8602C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3AA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השקעה חברתית חכמה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רוחני ע״ש מאיה בן דוד ז״ל · חיבור בין מים לאש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הגשמת חלום · מודל בר-קיימא, שקוף ומדיד · אחדות ואהבת חינם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982712" y="7772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0F2A40"/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777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ההזדמנות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להפוך נתינה — למנגנון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59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יוזמות החסד תלויות בתורם בודד ובאמון עיוור. כאן בנינו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כל שקל ממופה לפעילות שהתורם בחר, מבוצע על ידי מתנדבים, ומתועד בווידאו.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אימפקט מדיד, שקיפות מלאה, ועלות תקורה נמוכה.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השקעה חברתית · מודל שקוף ובר-קיימא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982712" y="7772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777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 המוצא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— הוכחת הרעיון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59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בן דוד ז״ל הקדישה את חייה לריפוי ונתינה ללא תנאים.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הוכיחה שנתינה טהורה יוצרת ערך אמיתי. </a:t>
            </a:r>
            <a:pPr algn="r"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(שבוע לפני מותה התעוררה וסיפרה לאמהּ על חלום שבו אמרו לה שהיא עומדת לעזוב את העולם.) 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לוקחים את העיקרון הזה והופכים אותו למודל מדרגי, שמחבר את כל שכבות החברה סביב נתינה.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השקעה חברתית · מודל שקוף ובר-קיימא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· מים · שלום · אש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9516" y="2331720"/>
            <a:ext cx="3383280" cy="365760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6" name="Shape 4"/>
          <p:cNvSpPr/>
          <p:nvPr/>
        </p:nvSpPr>
        <p:spPr>
          <a:xfrm>
            <a:off x="699516" y="182880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0E6BA8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מַיִם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73836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9556" y="3429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סדנאות, יוגה, ריפוי, ימי כיף — מבוא נגיש לכל אדם.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402836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2836" y="2331720"/>
            <a:ext cx="3383280" cy="365760"/>
          </a:xfrm>
          <a:prstGeom prst="rect">
            <a:avLst/>
          </a:prstGeom>
          <a:solidFill>
            <a:srgbClr val="E7B94E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2836" y="182880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E7B94E"/>
          </a:solidFill>
          <a:ln/>
        </p:spPr>
      </p:sp>
      <p:sp>
        <p:nvSpPr>
          <p:cNvPr id="13" name="Text 11"/>
          <p:cNvSpPr/>
          <p:nvPr/>
        </p:nvSpPr>
        <p:spPr>
          <a:xfrm>
            <a:off x="4402836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שָׁלוֹם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7156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E7B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חיבור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2876" y="3429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 המפגש — שבה הקהל הופך לקהילה ולתורמים.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106156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6156" y="2331720"/>
            <a:ext cx="3383280" cy="36576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06156" y="182880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E8602C"/>
          </a:solidFill>
          <a:ln/>
        </p:spPr>
      </p:sp>
      <p:sp>
        <p:nvSpPr>
          <p:cNvPr id="19" name="Text 17"/>
          <p:cNvSpPr/>
          <p:nvPr/>
        </p:nvSpPr>
        <p:spPr>
          <a:xfrm>
            <a:off x="8106156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אֵשׁ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80476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E86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26196" y="34290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תורה, חיזוק, ערכים — העומק שמשמר את המעורבות לאורך זמן.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השקעה חברתית · מודל שקוף ובר-קיימא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982712" y="7772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0F2A40"/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777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בנק המצוות — הקצאת ההון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59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תורם בוחר ענף → התרומה מנותבת אוטומטית לאותו ענף בלבד → הביצוע מתועד ונשלח לתורם.
</a:t>
            </a:r>
            <a:endParaRPr lang="en-US" sz="20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מלאה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מקצה-לקצה,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נאמנות תורם גבוהה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(רואים את הכסף עובד), ו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מדרגיות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אותו מנגנון משרת ענף אחד או חמישים.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השקעה חברתית · מודל שקוף ובר-קיימא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הנצחה ממוקדת ענפים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28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5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קרן נושאת שם של נשמה — התחביב הופך למחלקה, התרומה מנותבת אליה בלבד.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951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2F9E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9292" y="2578608"/>
            <a:ext cx="310896" cy="310896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7" name="Text 5"/>
          <p:cNvSpPr/>
          <p:nvPr/>
        </p:nvSpPr>
        <p:spPr>
          <a:xfrm>
            <a:off x="97383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ריפוי ורטריט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383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ע״ש מאיה ז״ל · אמיתי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283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3AA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2612" y="2578608"/>
            <a:ext cx="310896" cy="310896"/>
          </a:xfrm>
          <a:prstGeom prst="ellipse">
            <a:avLst/>
          </a:prstGeom>
          <a:solidFill>
            <a:srgbClr val="3AA6E0"/>
          </a:solidFill>
          <a:ln/>
        </p:spPr>
      </p:sp>
      <p:sp>
        <p:nvSpPr>
          <p:cNvPr id="11" name="Text 9"/>
          <p:cNvSpPr/>
          <p:nvPr/>
        </p:nvSpPr>
        <p:spPr>
          <a:xfrm>
            <a:off x="467715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מחלקת גלישה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715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— ע״ש איתי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615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0E6B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5932" y="2578608"/>
            <a:ext cx="310896" cy="310896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15" name="Text 13"/>
          <p:cNvSpPr/>
          <p:nvPr/>
        </p:nvSpPr>
        <p:spPr>
          <a:xfrm>
            <a:off x="838047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מחלקת יוגה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047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— ע״ש דנה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8A4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9292" y="4224528"/>
            <a:ext cx="310896" cy="310896"/>
          </a:xfrm>
          <a:prstGeom prst="ellipse">
            <a:avLst/>
          </a:prstGeom>
          <a:solidFill>
            <a:srgbClr val="8A4FA3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אמבטיות קרח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383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— ע״ש יוני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0283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E7B9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2612" y="4224528"/>
            <a:ext cx="310896" cy="310896"/>
          </a:xfrm>
          <a:prstGeom prst="ellipse">
            <a:avLst/>
          </a:prstGeom>
          <a:solidFill>
            <a:srgbClr val="E7B94E"/>
          </a:solidFill>
          <a:ln/>
        </p:spPr>
      </p:sp>
      <p:sp>
        <p:nvSpPr>
          <p:cNvPr id="23" name="Text 21"/>
          <p:cNvSpPr/>
          <p:nvPr/>
        </p:nvSpPr>
        <p:spPr>
          <a:xfrm>
            <a:off x="467715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שיעורי תורה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7715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— ע״ש נמרוד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615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F2A40"/>
          </a:solidFill>
          <a:ln w="19050">
            <a:solidFill>
              <a:srgbClr val="E860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85932" y="4224528"/>
            <a:ext cx="310896" cy="310896"/>
          </a:xfrm>
          <a:prstGeom prst="ellipse">
            <a:avLst/>
          </a:prstGeom>
          <a:solidFill>
            <a:srgbClr val="E8602C"/>
          </a:solidFill>
          <a:ln/>
        </p:spPr>
      </p:sp>
      <p:sp>
        <p:nvSpPr>
          <p:cNvPr id="27" name="Text 25"/>
          <p:cNvSpPr/>
          <p:nvPr/>
        </p:nvSpPr>
        <p:spPr>
          <a:xfrm>
            <a:off x="838047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חיילים / מזון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8047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לזכר אוהביהם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— מתועד · איתי/דנה/יוני/נמרוד — דוגמאות להמחשה · כל שם בתיאום ובאישור המשפחות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ממשל, מספרים ושקיפות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379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3796" y="2103120"/>
            <a:ext cx="3383280" cy="128016"/>
          </a:xfrm>
          <a:prstGeom prst="rect">
            <a:avLst/>
          </a:prstGeom>
          <a:solidFill>
            <a:srgbClr val="E7B94E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E7B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46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8239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עמותה מאושרת · זיכוי מס לתורם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283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2836" y="2103120"/>
            <a:ext cx="3383280" cy="12801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0" name="Text 8"/>
          <p:cNvSpPr/>
          <p:nvPr/>
        </p:nvSpPr>
        <p:spPr>
          <a:xfrm>
            <a:off x="440283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E86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3143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רווח · תקורה מינימלית מבוססת מתנדבים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187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1876" y="2103120"/>
            <a:ext cx="3383280" cy="128016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14" name="Text 12"/>
          <p:cNvSpPr/>
          <p:nvPr/>
        </p:nvSpPr>
        <p:spPr>
          <a:xfrm>
            <a:off x="815187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0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38047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סף כניסה חודשי · בסיס תורמים רחב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שקל — לערך חברתי. אפס לכיס.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השקעה חברתית · מודל שקוף ובר-קיימא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982712" y="7772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777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עובד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מנגנון שמזין את עצמו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59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 שמשתתף בפעילות — נחשף, מתחבר, ונעשה תורם.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אפקט רשת: ככל שיותר נחשפים, כך גדל בסיס התורמים והמתנדבים. 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— מודל חברתי בר-קיימא שאינו תלוי בתורם יחיד, אלא בקהילה צומחת.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השקעה חברתית · מודל שקוף ובר-קיימא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68596" y="731520"/>
            <a:ext cx="1371600" cy="1371600"/>
          </a:xfrm>
          <a:prstGeom prst="ellipse">
            <a:avLst/>
          </a:prstGeom>
          <a:solidFill>
            <a:srgbClr val="3AA6E0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48756" y="731520"/>
            <a:ext cx="1371600" cy="1371600"/>
          </a:xfrm>
          <a:prstGeom prst="ellipse">
            <a:avLst/>
          </a:prstGeom>
          <a:solidFill>
            <a:srgbClr val="E8602C">
              <a:alpha val="7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השקעה במנוף הכי גבוה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463040" y="329184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שקוף, מדיד ובר-קיימא — שמחזיר ערך חברתי על כל שקל, ומנציח את מאיה ואת כל קדושי השבעה באוקטובר.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שותפות בתשתית של נתינה — הגשמת חלום, גאולה ואחדות.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ע״ש מאיה בן דוד ז״ל · תְּהֵא נִשְׁמָתָהּ צְרוּרָה בִּצְרוֹר הַחַיִּים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בית המעשר — משקיעים (שכלי)</dc:title>
  <dc:subject>PptxGenJS Presentation</dc:subject>
  <dc:creator>PptxGenJS</dc:creator>
  <cp:lastModifiedBy>PptxGenJS</cp:lastModifiedBy>
  <cp:revision>1</cp:revision>
  <dcterms:created xsi:type="dcterms:W3CDTF">2026-06-03T11:29:23Z</dcterms:created>
  <dcterms:modified xsi:type="dcterms:W3CDTF">2026-06-03T11:29:23Z</dcterms:modified>
</cp:coreProperties>
</file>